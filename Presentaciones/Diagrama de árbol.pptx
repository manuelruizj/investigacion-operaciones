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7" d="100"/>
          <a:sy n="77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724043-100C-4E9F-9F42-753050897D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B34266-53D1-4C9C-AF62-00E64E3598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FC5E3B-EBB7-46C5-A4A3-152364B10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833A7-83D3-4257-A435-8D21B52589AA}" type="datetimeFigureOut">
              <a:rPr lang="es-MX" smtClean="0"/>
              <a:t>27/02/2020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551D63-EAD9-4737-B791-EE5666090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73AF37-509A-420B-9987-3F6D58415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8B5DD-E8B3-48C9-9CA7-01002BCF23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37981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64A3FF-A54D-4725-A2D0-A9402CD9A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AAC1B2-317D-4B11-BA79-6E9455CA6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CC75C5-2785-4A2A-9347-D72F2E94E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833A7-83D3-4257-A435-8D21B52589AA}" type="datetimeFigureOut">
              <a:rPr lang="es-MX" smtClean="0"/>
              <a:t>27/02/2020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BD4559-54E1-4DC4-A725-6162209D1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A38B7C-EE82-4F73-A2DD-F0F318F78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8B5DD-E8B3-48C9-9CA7-01002BCF23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1683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51837D-BF1E-4264-A4BB-C6FC7AECB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CF4B55-B89A-419B-8705-3BF673857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FCB4F3-8FB6-447B-84E7-778437D28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833A7-83D3-4257-A435-8D21B52589AA}" type="datetimeFigureOut">
              <a:rPr lang="es-MX" smtClean="0"/>
              <a:t>27/02/2020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2BDD16-8D25-46D2-890C-D7442FB55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CC184-EE3D-4555-9D35-9C53D0670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8B5DD-E8B3-48C9-9CA7-01002BCF23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46720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A7EDCD-F293-4B62-A09C-D09A048F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41697B-1C5B-4978-A567-A8D5A30E54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843DD6B-12E9-4B67-BCA5-BF557D89F9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8741437-F702-49F2-998E-20037B8EF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833A7-83D3-4257-A435-8D21B52589AA}" type="datetimeFigureOut">
              <a:rPr lang="es-MX" smtClean="0"/>
              <a:t>27/02/2020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38B8EED-1A0F-426E-A7C5-4121A4EB4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645412-7593-4F01-9779-765BAD7CF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8B5DD-E8B3-48C9-9CA7-01002BCF23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53335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03BFEF-9614-41C5-A8AC-D553CDD8B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39F256-D747-4EEA-B871-95BA1654B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BEEDD18-7A5B-4AAF-B5AB-1C552FC600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3076DE9-ED02-496D-B802-A87AE0726E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468C8F8-2F0B-4C78-BA9C-08E3E864A6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8CA2A7B-A4B1-4DDC-AC33-AA5AD348D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833A7-83D3-4257-A435-8D21B52589AA}" type="datetimeFigureOut">
              <a:rPr lang="es-MX" smtClean="0"/>
              <a:t>27/02/2020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006B17-AFF3-457D-B39F-724B76BBA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69C314D-9937-4B4F-A811-BF7F77774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8B5DD-E8B3-48C9-9CA7-01002BCF23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16157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833C29-151B-49FE-92A2-76F8F50D1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BEE0497-5B9A-45CF-83BA-C380AFDB8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833A7-83D3-4257-A435-8D21B52589AA}" type="datetimeFigureOut">
              <a:rPr lang="es-MX" smtClean="0"/>
              <a:t>27/02/2020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D8C2E2F-1080-4037-AA1B-DF03FBF1E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21C4387-ADC0-49FC-A633-D435E3C2D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8B5DD-E8B3-48C9-9CA7-01002BCF23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53216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5C9C09C-A42E-4C84-81B8-A3ED30856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833A7-83D3-4257-A435-8D21B52589AA}" type="datetimeFigureOut">
              <a:rPr lang="es-MX" smtClean="0"/>
              <a:t>27/02/2020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9A1243B-6E60-4986-A567-4C51FA9C0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9B4355F-4355-4E59-95A3-9EEF07C25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8B5DD-E8B3-48C9-9CA7-01002BCF23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8942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2EBEEC-EED3-42A5-9B42-3246462B0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D66F22-91C9-40FF-8D2C-505812EF0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58EB43-5BF5-41D0-8455-29EBFC6E50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5C36BC9-48A9-4DA8-A099-F9B659CF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833A7-83D3-4257-A435-8D21B52589AA}" type="datetimeFigureOut">
              <a:rPr lang="es-MX" smtClean="0"/>
              <a:t>27/02/2020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C984E7-04FD-480D-9792-A2AD3F4C8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071C737-BD47-4F23-A3B3-A6ABE1A0E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8B5DD-E8B3-48C9-9CA7-01002BCF23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49122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A44E79-EB01-4901-B09A-5D9FACD8C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6F25B5C-F036-4DC1-9574-F65BF26AE8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9CE45BF-4A59-4DD9-82FE-F00609C4A1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7FF9F42-2DF0-4A55-993D-B900FEF60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833A7-83D3-4257-A435-8D21B52589AA}" type="datetimeFigureOut">
              <a:rPr lang="es-MX" smtClean="0"/>
              <a:t>27/02/2020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7C994E8-3A2B-4390-BABF-BC352C231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39B4E8A-6098-4FF7-BA12-EB6B420D9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8B5DD-E8B3-48C9-9CA7-01002BCF23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2965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090D6C-68B1-4C6E-A1FB-073B31464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94D9238-6F79-49E5-A58D-4A2EE67B0A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7B4555-4D9A-486E-BDF1-59BE76C86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833A7-83D3-4257-A435-8D21B52589AA}" type="datetimeFigureOut">
              <a:rPr lang="es-MX" smtClean="0"/>
              <a:t>27/02/2020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28BD7C-6EFC-41B6-9FB0-B9CF156E2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43A711-E5DE-4103-BB82-3C9183B1D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8B5DD-E8B3-48C9-9CA7-01002BCF23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60159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A0D9585-AAE7-4603-9956-6826A61749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7F89A0B-BC8C-4975-9E2C-F819196670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DEA57C-33CB-4EE6-996A-A7D2B5F2E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833A7-83D3-4257-A435-8D21B52589AA}" type="datetimeFigureOut">
              <a:rPr lang="es-MX" smtClean="0"/>
              <a:t>27/02/2020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E50228-80AA-4CF9-A403-E29671E6E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623427-2EEE-4394-B9A0-A5D492F19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8B5DD-E8B3-48C9-9CA7-01002BCF23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21976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2B01800-DF52-41C3-8724-DEB1191E3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1E2D0D-C5D1-4452-AD6A-A000948BC2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AA853B-2284-43AA-A4A0-272780CC43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F833A7-83D3-4257-A435-8D21B52589AA}" type="datetimeFigureOut">
              <a:rPr lang="es-MX" smtClean="0"/>
              <a:t>27/02/2020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3C5713-6C50-47E5-8BBC-D48F34C4FC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04BE3E-E2FE-4EB2-A28C-A6B2B11AE5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08B5DD-E8B3-48C9-9CA7-01002BCF23F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13677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45D7D1-728F-4D56-8B60-1433090077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Diagrama de árbol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BBA3C4-2DED-4CE0-953B-147126B536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05722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4D6317-A534-4DDC-8FCF-D605F2989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Problema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E4CAE9-37D5-45C0-8C39-4454F436E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MX" dirty="0"/>
              <a:t>Una empresa tiene a su cargo la construccion de un fraccionamiento para su posterior venta, la empresa debe determinar si comprar un espacio lo suficientemente grande y construir un complejo de 200,300,400 o 500 casas.</a:t>
            </a:r>
          </a:p>
          <a:p>
            <a:pPr algn="just"/>
            <a:r>
              <a:rPr lang="es-MX" dirty="0"/>
              <a:t>Se desconoce que tan fuerte será la demanda así que para estos casos se divide la empresa clasifico la demanda en tres tipos (baja, media  y alta)  la siguiente tabla muestra las ganancias que se obtienen por cada caso de decisión, en miles de pesos.</a:t>
            </a:r>
          </a:p>
        </p:txBody>
      </p:sp>
    </p:spTree>
    <p:extLst>
      <p:ext uri="{BB962C8B-B14F-4D97-AF65-F5344CB8AC3E}">
        <p14:creationId xmlns:p14="http://schemas.microsoft.com/office/powerpoint/2010/main" val="1853110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A97F32-8A5B-44BB-82FC-B19308713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Suponiendo que la empresa tiene información que le permiten medir las siguientes estimaciones de probabilidad.</a:t>
            </a:r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821CF96A-F392-4DAA-9F9A-F597157FB9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7553315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50366700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5451372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5876694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833614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Alternativa de decisión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Venta baja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Venta media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Venta alta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992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Construir 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438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Construir 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588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Construir 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-200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552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Construir 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-500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716602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E9B3069B-24C7-4F90-892D-68D93509156E}"/>
              </a:ext>
            </a:extLst>
          </p:cNvPr>
          <p:cNvSpPr txBox="1"/>
          <p:nvPr/>
        </p:nvSpPr>
        <p:spPr>
          <a:xfrm>
            <a:off x="1027134" y="4371584"/>
            <a:ext cx="80792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P(BAJA)0.3%</a:t>
            </a:r>
          </a:p>
          <a:p>
            <a:r>
              <a:rPr lang="es-MX" dirty="0"/>
              <a:t>P(MEDIA).5%</a:t>
            </a:r>
          </a:p>
          <a:p>
            <a:r>
              <a:rPr lang="es-MX" dirty="0"/>
              <a:t>P(ALTA).2%                  ¿Qué alternativa de decisión será la correcta?</a:t>
            </a:r>
          </a:p>
        </p:txBody>
      </p:sp>
    </p:spTree>
    <p:extLst>
      <p:ext uri="{BB962C8B-B14F-4D97-AF65-F5344CB8AC3E}">
        <p14:creationId xmlns:p14="http://schemas.microsoft.com/office/powerpoint/2010/main" val="2269447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7CE9BD-6E9E-4C34-BA9E-F5057CC18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651467" cy="1676603"/>
          </a:xfrm>
        </p:spPr>
        <p:txBody>
          <a:bodyPr>
            <a:normAutofit/>
          </a:bodyPr>
          <a:lstStyle/>
          <a:p>
            <a:r>
              <a:rPr lang="es-MX" dirty="0"/>
              <a:t>Árbol de decisión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1413396-9277-4FDE-8335-0952E5FC4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651466" cy="37854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Primer nivel 0.3%</a:t>
            </a:r>
          </a:p>
          <a:p>
            <a:pPr marL="0" indent="0">
              <a:buNone/>
            </a:pPr>
            <a:r>
              <a:rPr lang="en-US" sz="1800" dirty="0"/>
              <a:t>Segundo nivel 0.5%</a:t>
            </a:r>
          </a:p>
          <a:p>
            <a:pPr marL="0" indent="0">
              <a:buNone/>
            </a:pPr>
            <a:r>
              <a:rPr lang="en-US" sz="1800" dirty="0"/>
              <a:t>Tercer nivel 0.2%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¿Cual genera mas ganancia? </a:t>
            </a:r>
          </a:p>
          <a:p>
            <a:pPr marL="0" indent="0">
              <a:buNone/>
            </a:pPr>
            <a:r>
              <a:rPr lang="en-US" sz="1800" dirty="0"/>
              <a:t>R= con la construccion de 500 casas obtienes ganacias de 620,000.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48197E17-C54E-4EF2-B2B7-C3D3E304FE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77" r="27486" b="-1"/>
          <a:stretch/>
        </p:blipFill>
        <p:spPr>
          <a:xfrm>
            <a:off x="4639056" y="10"/>
            <a:ext cx="7552944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608116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1F3B2E-26DD-4352-BD42-AFBB59A70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Problema de aplicación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24E197-5EC9-4056-8E13-6DBE94934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fontAlgn="base"/>
            <a:r>
              <a:rPr lang="es-ES" dirty="0"/>
              <a:t>El grupo de diseño del producto de Flores Electric </a:t>
            </a:r>
            <a:r>
              <a:rPr lang="es-ES" dirty="0" err="1"/>
              <a:t>Supplies</a:t>
            </a:r>
            <a:r>
              <a:rPr lang="es-ES" dirty="0"/>
              <a:t>, Inc., ha determinado que necesita diseñar una nueva serie de interruptores. Debe decidirse por una de las tres estrategias de diseño. El pronóstico del mercado es para 200,000 unidades. Cuanto mejor y más sofisticada sea la estrategia de diseño y mayor el tiempo invertido en ingeniería de valor, menor será el costo variable.</a:t>
            </a:r>
          </a:p>
          <a:p>
            <a:pPr fontAlgn="base"/>
            <a:r>
              <a:rPr lang="es-ES" dirty="0"/>
              <a:t>El jefe de ingeniería de diseño, Dr. W. L. Berry, decidió que los siguientes costos son una buena estimación de los costos iniciales y variables relacionados con cada una de las tres estrategias:</a:t>
            </a:r>
          </a:p>
          <a:p>
            <a:pPr fontAlgn="base"/>
            <a:r>
              <a:rPr lang="es-ES" dirty="0"/>
              <a:t>Baja tecnología: proceso con poca tecnología y bajo costo que consiste en contratar a nuevos ingenieros con poca experiencia. Esta posibilidad tiene un costo de $45,000 y probabilidades de costo variable de 0.3 para $0.55 cada uno, 0.4 para $0.50, y .3 para $0.45.</a:t>
            </a:r>
          </a:p>
          <a:p>
            <a:pPr fontAlgn="base"/>
            <a:r>
              <a:rPr lang="es-ES" dirty="0"/>
              <a:t>Subcontrato: enfoque de mediano costo que emplea un buen equipo de diseño externo. Esta alternativa tendría un costo inicial de $65,000 y probabilidades de costo variable de 0.7 para $0.45 cada uno, 0.2 para $0.40, y 0.1 para $0.35.</a:t>
            </a:r>
          </a:p>
          <a:p>
            <a:pPr fontAlgn="base"/>
            <a:r>
              <a:rPr lang="es-ES" dirty="0"/>
              <a:t>Alta tecnología: enfoque de alta tecnología en el que se usa lo mejor del personal interno y la más moderna tecnología de diseño asistido por computadora. Esta alternativa tiene un costo inicial de $75,000 y probabilidades de costo variable de 0.9 para $.40 y 0.1 para $0.35.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56603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1AB5D2-A2E6-44C4-9EF1-C781EFC9E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Diagrama de decisión 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FB5A5E2E-2B9F-45FF-B74A-5A41F5A280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9184" y="1825625"/>
            <a:ext cx="587363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188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D9E4BC-B3CA-4C7A-84C8-1014657AC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>
            <a:noAutofit/>
          </a:bodyPr>
          <a:lstStyle/>
          <a:p>
            <a:pPr fontAlgn="base"/>
            <a:r>
              <a:rPr lang="es-ES" sz="2800" dirty="0"/>
              <a:t>El costo total se obtiene sumando el costo fijo mas el costo variable total; teniendo en cuenta el pronóstico del mercado de 200,000 unidades.</a:t>
            </a:r>
            <a:br>
              <a:rPr lang="es-ES" sz="2800" dirty="0"/>
            </a:br>
            <a:br>
              <a:rPr lang="es-ES" sz="2800" dirty="0"/>
            </a:br>
            <a:endParaRPr lang="es-MX" sz="2800" dirty="0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361FAF5E-A975-4792-8226-D64E631927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7774" y="1825625"/>
            <a:ext cx="749645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515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25C781-B75E-41FB-AE27-2E7C260FC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E5089813-2386-4152-B0AA-ECC8F724A1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7760" y="1825625"/>
            <a:ext cx="757156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1376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7330</TotalTime>
  <Words>495</Words>
  <Application>Microsoft Office PowerPoint</Application>
  <PresentationFormat>Panorámica</PresentationFormat>
  <Paragraphs>43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de Office</vt:lpstr>
      <vt:lpstr>Diagrama de árbol</vt:lpstr>
      <vt:lpstr>Problema</vt:lpstr>
      <vt:lpstr>Suponiendo que la empresa tiene información que le permiten medir las siguientes estimaciones de probabilidad.</vt:lpstr>
      <vt:lpstr>Árbol de decisión</vt:lpstr>
      <vt:lpstr>Problema de aplicación</vt:lpstr>
      <vt:lpstr>Diagrama de decisión </vt:lpstr>
      <vt:lpstr>El costo total se obtiene sumando el costo fijo mas el costo variable total; teniendo en cuenta el pronóstico del mercado de 200,000 unidades.  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Diagrama de arbol</dc:title>
  <dc:creator>REYES BARRIENTOS MAURICIO JAVIER</dc:creator>
  <cp:lastModifiedBy>REYES BARRIENTOS MAURICIO JAVIER</cp:lastModifiedBy>
  <cp:revision>7</cp:revision>
  <dcterms:created xsi:type="dcterms:W3CDTF">2020-02-27T03:44:48Z</dcterms:created>
  <dcterms:modified xsi:type="dcterms:W3CDTF">2020-03-03T18:41:58Z</dcterms:modified>
</cp:coreProperties>
</file>